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180C"/>
    <a:srgbClr val="FDF8F3"/>
    <a:srgbClr val="FEFCF9"/>
    <a:srgbClr val="FEFAF7"/>
    <a:srgbClr val="43170B"/>
    <a:srgbClr val="FDF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141ED9-8DD3-E795-C93F-C0C8D41FC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A7AFE56-AF4F-976E-40BA-2B86A8C88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77A1DF-1EDA-193F-155C-49CB5F0D0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19C5-4B24-4A6D-B22C-857B005EAC82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7B06EA-5C45-2FC9-FBF2-36AF3F208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51919E-2466-6809-F49E-549BFA88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C9-B1FC-494B-A83F-8B9E9C9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4454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69C314-731E-6466-9DFD-1BCE7E2D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CCECE9-B8EC-B5A2-A290-6EEEA4CAC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C62722-75FB-A28D-C9C2-C5D49306B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19C5-4B24-4A6D-B22C-857B005EAC82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99CF8E-708A-8185-666B-8816B33B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93955A-DEED-3153-56C8-B21C988AA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C9-B1FC-494B-A83F-8B9E9C9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196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0B4436-A8F4-381C-192D-D44B30C82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28E288-602D-B20B-E1AD-4972F6D7D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5A1DB3-0C3E-4F23-1E85-1138CBFFE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19C5-4B24-4A6D-B22C-857B005EAC82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A4D96C-3DAC-818D-630C-3DE5DFDC6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A80386-AC30-7F3C-143E-FF18E758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C9-B1FC-494B-A83F-8B9E9C9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550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589710-A1BB-9C15-7F0E-AD5B60BE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D150C8-8550-958D-3800-02CE6947B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320B9B7-236C-7EFF-9235-F580B0B68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13C51E-FBB6-9A12-7072-11420BFA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19C5-4B24-4A6D-B22C-857B005EAC82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AF48CA-3C84-50B1-0421-5E03B783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8664A1-0B45-95F9-C1E0-F6F4A8EA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C9-B1FC-494B-A83F-8B9E9C9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385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768BDD-89EB-7E1B-9289-C80C6D58F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AAEB6A-47D5-9671-CD0B-19A9B2158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418C478-B3C4-2DBA-FC7F-EA462B805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C40547F-7E94-BF00-DA95-7E4BC2B30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8BFE85B-D797-B503-DC69-9CC69A09B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6AAE7EF-5022-7A54-DDFE-CC93D2395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19C5-4B24-4A6D-B22C-857B005EAC82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3518C9C-14A4-9555-C33A-203ADB07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0B58EA7-1D51-C4C9-A21B-83801413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C9-B1FC-494B-A83F-8B9E9C9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2583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F05A6-0202-5AC3-7D46-B21BC9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E4EEA5D-1A44-5946-3859-730E86D58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19C5-4B24-4A6D-B22C-857B005EAC82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5518F-9578-6F34-BA52-2B9DAC27B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BA9A4BE-ED92-884D-43D7-BC40E0E61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C9-B1FC-494B-A83F-8B9E9C9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8157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BFB806B-1876-8C88-DBFF-EE8FC3DFE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19C5-4B24-4A6D-B22C-857B005EAC82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7B2021E-ECF8-B001-DCD1-9D21EF9E7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72EB2E-EDDA-85AA-6660-21DA3E71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C9-B1FC-494B-A83F-8B9E9C9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0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A94E5B-76E8-0A30-F8F7-D80122CF9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45C641-3A65-36D8-D5F2-7C7C7B47F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37FDD3-67C6-C873-DE1A-D4413A840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EB22CC-389C-5DAA-6E51-C66D20E81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19C5-4B24-4A6D-B22C-857B005EAC82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5C8A9D-AB3C-9EA7-3507-D6CC8853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F23EA0-3ED8-F42C-17D4-805C0A5D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C9-B1FC-494B-A83F-8B9E9C9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0594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78A4DA-216B-1206-3E61-3A70D4831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B860A27-D8E3-E5BD-FC4E-C2405C80D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A60CC7A-60E7-80D8-0554-A12F49348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02B97C-AE4C-2A91-2C41-370E3B8AE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19C5-4B24-4A6D-B22C-857B005EAC82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2BB69A-CA41-CD8C-19B8-C0E58F406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4EB84F0-74AC-B4CE-F117-9595C8B1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C9-B1FC-494B-A83F-8B9E9C9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11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FDF389-434A-8147-2838-79E48C8A1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C39F03A-ADB3-E37F-8C52-B8A90865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542B37-2DE7-44F2-1490-494C75D8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19C5-4B24-4A6D-B22C-857B005EAC82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B866A3-82EE-865D-AB30-AC03130B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E62564-ADFC-C206-5CDA-5CD8B785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C9-B1FC-494B-A83F-8B9E9C9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024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9D75505-10E8-A91E-145E-861DBD019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06026CE-D695-58AE-50F4-D013AE9D0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613F9C-1083-EF13-1796-6A5FDF52E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19C5-4B24-4A6D-B22C-857B005EAC82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32D131-01DA-68B4-4604-D627C57BD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F0BACD-EBCD-6EDD-FCE8-C9362C85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C9-B1FC-494B-A83F-8B9E9C9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856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77CB530-185C-9F46-5DDC-B8C815D29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FEE3C9-303A-42C3-037D-0CE9201D2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8CF05E-BCE9-A627-D397-AB64384E7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419C5-4B24-4A6D-B22C-857B005EAC82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96A9D0-9566-FF43-24CB-19465E435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A3A959-A385-11F5-1A9C-ED51190279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EE1C9-B1FC-494B-A83F-8B9E9C9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8111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265CF07-7D9F-AEEF-1DD0-52DB206AF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432EA17-BC58-8175-2229-D69BA68F6BB5}"/>
              </a:ext>
            </a:extLst>
          </p:cNvPr>
          <p:cNvSpPr/>
          <p:nvPr/>
        </p:nvSpPr>
        <p:spPr>
          <a:xfrm>
            <a:off x="4138367" y="2648932"/>
            <a:ext cx="1957633" cy="780068"/>
          </a:xfrm>
          <a:prstGeom prst="rect">
            <a:avLst/>
          </a:prstGeom>
          <a:solidFill>
            <a:srgbClr val="FEFAF7"/>
          </a:solidFill>
          <a:ln>
            <a:solidFill>
              <a:srgbClr val="FD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rgbClr val="45180C"/>
              </a:solidFill>
              <a:latin typeface="DejaVu Math TeX Gyre" panose="02000503000000000000" pitchFamily="2" charset="0"/>
              <a:cs typeface="DejaVu Math TeX Gyre" panose="02000503000000000000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6932A6F-EA84-CB6F-EB09-3F403A5C332B}"/>
              </a:ext>
            </a:extLst>
          </p:cNvPr>
          <p:cNvSpPr txBox="1"/>
          <p:nvPr/>
        </p:nvSpPr>
        <p:spPr>
          <a:xfrm>
            <a:off x="3672840" y="2438801"/>
            <a:ext cx="47320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7200" b="1" dirty="0">
                <a:ln w="3175">
                  <a:solidFill>
                    <a:srgbClr val="45180C"/>
                  </a:solidFill>
                  <a:prstDash val="solid"/>
                </a:ln>
                <a:solidFill>
                  <a:srgbClr val="45180C"/>
                </a:solidFill>
                <a:latin typeface="FZShuTi" panose="02010601030101010101" pitchFamily="2" charset="-122"/>
                <a:ea typeface="FZShuTi" panose="02010601030101010101" pitchFamily="2" charset="-122"/>
              </a:rPr>
              <a:t>烏魚子</a:t>
            </a:r>
          </a:p>
        </p:txBody>
      </p:sp>
    </p:spTree>
    <p:extLst>
      <p:ext uri="{BB962C8B-B14F-4D97-AF65-F5344CB8AC3E}">
        <p14:creationId xmlns:p14="http://schemas.microsoft.com/office/powerpoint/2010/main" val="156056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ED80-38FA-8782-853A-7565F9C8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59CDFE6-2DF7-9900-3BB8-85DBBFD26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80" y="0"/>
            <a:ext cx="10287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42B17F5-C049-F390-ECCA-98BAEA05A72B}"/>
              </a:ext>
            </a:extLst>
          </p:cNvPr>
          <p:cNvSpPr/>
          <p:nvPr/>
        </p:nvSpPr>
        <p:spPr>
          <a:xfrm>
            <a:off x="1171647" y="2821652"/>
            <a:ext cx="1571553" cy="708948"/>
          </a:xfrm>
          <a:prstGeom prst="rect">
            <a:avLst/>
          </a:prstGeom>
          <a:solidFill>
            <a:srgbClr val="FEFAF7"/>
          </a:solidFill>
          <a:ln>
            <a:solidFill>
              <a:srgbClr val="FD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rgbClr val="45180C"/>
              </a:solidFill>
              <a:latin typeface="DejaVu Math TeX Gyre" panose="02000503000000000000" pitchFamily="2" charset="0"/>
              <a:cs typeface="DejaVu Math TeX Gyre" panose="02000503000000000000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41C5431-11CA-BF9F-3974-529F4AEA4109}"/>
              </a:ext>
            </a:extLst>
          </p:cNvPr>
          <p:cNvSpPr txBox="1"/>
          <p:nvPr/>
        </p:nvSpPr>
        <p:spPr>
          <a:xfrm>
            <a:off x="746760" y="2668294"/>
            <a:ext cx="4732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ln w="3175">
                  <a:solidFill>
                    <a:srgbClr val="45180C"/>
                  </a:solidFill>
                  <a:prstDash val="solid"/>
                </a:ln>
                <a:solidFill>
                  <a:srgbClr val="45180C"/>
                </a:solidFill>
                <a:latin typeface="FZShuTi" panose="02010601030101010101" pitchFamily="2" charset="-122"/>
                <a:ea typeface="FZShuTi" panose="02010601030101010101" pitchFamily="2" charset="-122"/>
              </a:rPr>
              <a:t>烏魚子</a:t>
            </a:r>
          </a:p>
        </p:txBody>
      </p:sp>
    </p:spTree>
    <p:extLst>
      <p:ext uri="{BB962C8B-B14F-4D97-AF65-F5344CB8AC3E}">
        <p14:creationId xmlns:p14="http://schemas.microsoft.com/office/powerpoint/2010/main" val="3777927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寬螢幕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FZShuTi</vt:lpstr>
      <vt:lpstr>Arial</vt:lpstr>
      <vt:lpstr>Calibri</vt:lpstr>
      <vt:lpstr>Calibri Light</vt:lpstr>
      <vt:lpstr>DejaVu Math TeX Gyre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林俞豪</dc:creator>
  <cp:lastModifiedBy>林俞豪</cp:lastModifiedBy>
  <cp:revision>1</cp:revision>
  <dcterms:created xsi:type="dcterms:W3CDTF">2025-12-19T04:22:42Z</dcterms:created>
  <dcterms:modified xsi:type="dcterms:W3CDTF">2025-12-19T04:22:58Z</dcterms:modified>
</cp:coreProperties>
</file>